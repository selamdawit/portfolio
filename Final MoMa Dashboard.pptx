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4CBCD9E-BD85-4223-8CDC-A4BC4E1FD1D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Final Tableau 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CBCD655-F9CA-4E67-8A60-5EA893499C1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06/05/2026 10:55:45 BST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84FE5F9F-7B8A-4B97-AA0F-776A52E07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0"/>
            <a:ext cx="11315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2026-05-06T09:55:46Z</dcterms:created>
  <dcterms:modified xsi:type="dcterms:W3CDTF">2026-05-06T09:55:46Z</dcterms:modified>
</cp:coreProperties>
</file>